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SISTEC INNOVATION HACKATHON (SIH)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🕉️ GhatNetra AI (घाट-नेत्र)</a:t>
            </a:r>
          </a:p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</a:defRPr>
            </a:pPr>
            <a:r>
              <a:t>AI-Powered River Ghat Crowd Management &amp; Decision Support System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Problem Statement By: Madhya Pradesh State Tourism Development Corporation Limited (MPSTDC)</a:t>
            </a:r>
            <a:br/>
            <a:r>
              <a:t>Government of Madhya Pradesh | Theme: AI &amp; Intelligent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SAGAR INSTITUTE OF SCIENCE AND TECHNOLOGY (SISTec), BHOPAL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Team Innovation Submission • Working AI Computer Vision &amp; Decision Support Prototype</a:t>
            </a:r>
            <a:br/>
            <a:r>
              <a:t>Focus: Ujjain Ram Ghat (Shipra River) • Omkareshwar • Maheshwar • Sethani Ghat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Real-World Challenge: River Ghat Crowd Congestion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🚨 Mass Pilgrimage Hazards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Religious mass gatherings (Simhastha Kumbh Mela, Mahakal Sawari, Narmada Jayanti) bring 5-10 lakh pilgrims to river ghats.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Ancient narrow alleys and steep stone steps create sudden choking points.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Dangerous stampede and drowning risks during holy dips (Snan).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❌ Manual Limitations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Police rely on manual eye observation, making response reactive instead of proactive.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No scientific data on how many pilgrims should be admitted per gate per minute.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Zero automated warning when ghat capacity crosses critical safety limits.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Lack of evacuation clearance time calculation during emergencies.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🎯 MPSTDC Scope Mandate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Continuous crowd occupancy estimation via computer vision.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Automated recommendations for Gate OPEN/CLOSE and entry rates.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Dynamic alternate route crowd diversion.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Physics-based safe evacuation time calculation.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Pre-event crowd movement simulation for proactive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Operational Pipeline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Spatial Ghat Segmentation: 3-Zone Geometry &amp; Geofencing</a:t>
            </a:r>
          </a:p>
        </p:txBody>
      </p:sp>
      <p:pic>
        <p:nvPicPr>
          <p:cNvPr id="7" name="Picture 6" descr="ghat_zones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Prototype Verification: YOLOv11 &amp; Heads-Up Command Bar</a:t>
            </a:r>
          </a:p>
        </p:txBody>
      </p:sp>
      <p:pic>
        <p:nvPicPr>
          <p:cNvPr id="7" name="Picture 6" descr="test_zone_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🔍 Visual Analytics Highlights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Green Bounding Boxes: Ultralytics YOLOv11 nano detects pilgrims in real time at 30+ FPS.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Red Ground Contact Dots: Exact feet coordinates (cx, y2) mapped to stone steps.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Translucent Zone Overlays: Dynamic green/yellow/red color mapping via cv2.pointPolygonTest.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Live Command Center HUD: Displays live headcount, occupancy %, Gate 1/2 status, and alternate diversion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Decision Engine: Dynamic Gate Control &amp; Evacuation Physics</a:t>
            </a:r>
          </a:p>
        </p:txBody>
      </p:sp>
      <p:pic>
        <p:nvPicPr>
          <p:cNvPr id="7" name="Picture 6" descr="decis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Pre-Event 'What-If' Simulation Sandbox (For Judges &amp; Police)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🎛️ Interactive Parameters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Officials select major festival scenarios (Simhastha Shahi Snan, Mahakal Sawari).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Adjust crowd sliders from 30 to 500+ simulated pilgrims.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Vary exit staircase width (1.5m to 10m) and walking speed to test bottleneck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⚡ Real-Time Decision Logic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Gate 1 transitions: 🟢 OPEN (120/min) -&gt; 🟡 CONTROLLED (60/min) -&gt; 🔴 CLOSED (Emergency).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Continuous evacuation clearance time countdown ($T = N / (W 	imes V 	imes 60)$).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Dynamic diversion trigger to Narsingh Ghat before panic starts.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🔊 Multilingual Smart PA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Automated bilingual voice broadcast in Hindi and English.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Example: 'कृपया ध्यान दें! राम घाट पर क्षमता पूर्ण हो चुकी है। कृपया नरसिंह घाट की ओर प्रस्थान करें।'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Clear acoustic guidance eliminates rumor-driven stampedes.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Complete 22-Feature Alignment With MPSTDC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👁️ Vision &amp; Zones (1-8)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1. YOLOv11 Person Detection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2. Real-Time Head Counting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3. Multi-Zone Ghat Decomposition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4. Zone-Wise People Count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5. Calibrated Zone Capacities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6. Dynamic Occupancy Math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7. Status: Low/Mod/High/Critical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8. Automated Operator Visual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🚪 Flow &amp; Forecasting (9-16)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9. Entry/Exit Flow Management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10. Simulated Gate OPEN/CLOSE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11. Automated Entry Restriction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12. Dynamic Gate Re-Opening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13. Movement Vectors &amp; Speed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14. 2D Gaussian Density Heatmaps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15. Observed Inflow Trend Graphs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16. 60-Minute Predictive Rush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🛡️ Safety &amp; Command (17-22)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17. AI Security Deployment Directives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18. Dynamic Crowd Diversion Routes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19. AI Lost Child / Person Match Demo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20. Ujjain Riverfront GIS Map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21. Streamlit Web Command Center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22. Weather &amp; River Discharge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SISTEC INNOVATION HACKATHON (SIH) | MPSTDC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Ground Deployment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💻 Technology Core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Python 3.12 (High performance &amp; cross-platform).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Ultralytics YOLOv11 nano (Fast inference on standard CPU/GPU).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OpenCV (cv2) for polygon testing, HUD drawing, and heatmap blending.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Streamlit with custom CSS for intuitive web command center.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⚙️ Edge Hardware &amp; Offline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Runs on local edge computers (NVIDIA Jetson / Local Ghat Control Room Server).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100% Offline Operational Capability: Works even during cellular network congestion.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Drop-In CCTV Integration: Video path swaps directly with live RTSP IP camera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🔒 Privacy &amp; Safety Impact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Zero Facial Storage: General pilgrim faces are processed in-memory without recording.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Dial 112 &amp; SDRF Integration: One-click dispatch of quick response motorized rescue boats.</a:t>
            </a:r>
          </a:p>
          <a:p>
            <a:pPr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t>• Zero-Stampede Mission across all major MP riverfronts.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SISTEC INNOVATION HACKATHON (SIH) 2026</a:t>
            </a:r>
          </a:p>
          <a:p>
            <a:pPr algn="ctr"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Thank You, Respected Evaluators! 🙏</a:t>
            </a:r>
          </a:p>
          <a:p>
            <a:pPr algn="ctr">
              <a:spcAft>
                <a:spcPts val="2000"/>
              </a:spcAft>
              <a:defRPr sz="1800" b="1">
                <a:solidFill>
                  <a:srgbClr val="F59E0B"/>
                </a:solidFill>
              </a:defRPr>
            </a:pPr>
            <a:r>
              <a:t>GhatNetra AI (घाट-नेत्र)</a:t>
            </a:r>
            <a:br/>
            <a:r>
              <a:t>AI-Powered River Ghat Crowd Management &amp; Decision Support System</a:t>
            </a:r>
            <a:br/>
            <a:r>
              <a:t>Designed for MPSTDC, Government of Madhya Pradesh</a:t>
            </a:r>
          </a:p>
          <a:p>
            <a:pPr algn="ctr">
              <a:defRPr sz="1350">
                <a:solidFill>
                  <a:srgbClr val="94A3B8"/>
                </a:solidFill>
              </a:defRPr>
            </a:pPr>
            <a:r>
              <a:t>READY FOR LIVE DEMONSTRATION:</a:t>
            </a:r>
            <a:br/>
            <a:r>
              <a:t>1. Standalone OpenCV HUD Pipeline (`zone_detection.py`)</a:t>
            </a:r>
            <a:br/>
            <a:r>
              <a:t>2. Interactive Web Command Center (`streamlit run app.py`)</a:t>
            </a:r>
            <a:br/>
            <a:r>
              <a:t>3. Pre-Event 'What-If' Simulation Sandbox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